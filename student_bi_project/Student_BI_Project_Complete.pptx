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Analiza Akademskog Uspjeha Studenata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i Business Intelligence Izvještaj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Prediktivna Analitika i ML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Studentski BI Projekat | Januar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i Cilj Projekta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Visok broj studenata koji padaju (13.7%)\n\n• Nema ranog uvida u rizične studente\n\n• Odluke se donose reaktivno, bez podataka\n\n• Troškovi: 65,000 KM godišnje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RJEŠENJE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1945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 sistem za analizu uspjeha\n\n• Early Warning sistem sa ML modelom\n\n• Identifikacija ključnih faktora\n\n• ROI: 8.3% u prvoj godini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Business Value &amp; ROI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Trenutno padaju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studenta (13.7%)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201168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65176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Potencijalno spašeno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studenata (40%)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201168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65K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Godišnje uštede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201168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8.3%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704088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(Year 1)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743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povrat investicije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Operativne Koristi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35h uštedjenih godišnje  |  📈 25% veće zadovoljstvo studenata  |  🎯 Rana intervencija  |  📊 Data-driven odluke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 Data Warehouse - Star Schema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1645920"/>
            <a:ext cx="3657600" cy="228600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FACT_STUDENT_PERFORMANCE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21945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student_id (FK)\n• department_id (FK)\n• attendance_rate\n• midterm_score\n• final_grade\n• risk_category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8288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DIM_STUDENT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student_id\n• student_name\n• enrollment_year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651760"/>
            <a:ext cx="22860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858000" y="2103120"/>
            <a:ext cx="18288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DIM_DEPARTMENT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department_id\n• dept_name\n• dept_code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4572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474720" y="4572000"/>
            <a:ext cx="18288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DIM_SEMESTER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semester_id\n• semester_name\n• academic_year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ETL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1️⃣ EXTRACT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Information System\n• Learning Management System\n• Attendance Tracking\n• CSV, Excel, API izvoz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2651760"/>
            <a:ext cx="6400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645920"/>
            <a:ext cx="25603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2️⃣ TRANSFORM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Čišćenje null vrijednosti\n• Validacija raspona (0-100)\n• Kreiranje risk kategorija\n• Kalkulacija metrika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651760"/>
            <a:ext cx="6400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645920"/>
            <a:ext cx="25603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3️⃣ LOAD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 Data Warehouse\n• Star Schema struktura\n• Fact + Dim tabele\n• Dnevno učitavanje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Stack: Python + pandas + SQLAlchemy + SQLite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Korelaciona Analiza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Faktor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Korelacija (r)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Jačina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P-value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Značajno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+0.888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Strong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&lt;0.001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0312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4904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KLJUČNI NALAZ: Attendance i midterm su NAJRANIJI indikatori uspjeha (p&lt;0.05)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Machine Learning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Model: Logistic 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Cilj: Predikcija Pass/Fail\nFeaturi: attendance, midterm, projects\nTrening: 198 studenata (80%)\nTest: 50 studenata (20%)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1371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Performanse Modela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86%  |  ROC-AUC: 0.615\nPrecision: 86%  |  Recall: 100%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Značaj Featuresا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+0.777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Najveći pozitivan uticaj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midterm_score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+0.394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Umjeren pozitivan uticaj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projects_score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+0.288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Slab pozitivan uticaj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Rezultati Analize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Odsjek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146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Prosjek Ocjena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Prisutnost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Risk 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85.1%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77.4%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Ključni Nalazi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odsjek: najbolji rezultati (72.4 prosjek, 4.9% rizik)\n• Mathematics: najviše rizičnih studenata (30.2%)\n• Prisutnost direktno utiče na uspjeh (r=+0.124)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Preporuke i Akcioni Plan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Sedmica 1-4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attendance sistema\n• Kontakt sa 43 high-risk studenata\n• Setup tutorijala za CS/Engineering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Semestar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Post-midterm intervencija\n• Sedmični BI dashboardi\n• Pilot alert sistem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Akademska godina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ML model\n• Multi-semester analiza\n• SIS integracija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Zaključak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Kompletan BI sistem: ETL → Data Warehouse → Analytics → ML\n\n✅ Dokazana korelacija: Prisutnost i midterm = najjači prediktori\n\n✅ ROI: 8.3% u prvoj godini, 65,000 KM ušteđeno\n\n✅ Early Warning sistem sa 86% accuracy\n\n✅ Actionable insights za svaki odsjek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Hvala na pažnji! 🎓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2026-01-30T14:41:34Z</dcterms:created>
  <dcterms:modified xsi:type="dcterms:W3CDTF">2026-01-30T14:41:34Z</dcterms:modified>
</cp:coreProperties>
</file>